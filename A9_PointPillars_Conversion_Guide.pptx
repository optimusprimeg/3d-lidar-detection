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A9 to PointPillars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Complete Documentation &amp; Recovery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Convert A9 LiDAR dataset to PointPillars KITTI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Dataset: a9_dataset_r02_s01 (282 frames, 5178 labeled objects)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Source: OpenLABEL JSON + ASCII PCD (Ouster)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Target: KITTI format (velodyne .bin, label .txt, calib .txt)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Model: PointPillars with 4 classes (Car, Truck, Pedestrian, Bicycle)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Environment: CPU-only PyTorch, batch_size=2, max_epoch=80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Input Dataset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Source: a9_dataset_r02_s01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- 282 total frames from LiDAR sequence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Lidar: Ouster North (s110_lidar_ouster_north)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Point clouds: ASCII PCD format with intensity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Annotations: OpenLABEL JSON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- 5,178 labeled 3D bounding boxes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Classes: Car, Truck, Pedestrian, Bicycle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Data: xyz position, quaternion rotation, lwh dimensions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Conversion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Input Files: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└─ a9_dataset_r02_s01/point_clouds/s110_lidar_ouster_north/*.pcd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└─ a9_dataset_r02_s01/labels_point_clouds/s110_lidar_ouster_north/*.json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Processing: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Parse PCD → extract X, Y, Z, Intensity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Parse OpenLABEL JSON → extract 3D box metadata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Transform coordinates &amp; rotations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Normalize intensity (0→1 range)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Output: KITTI format in kitti_format/ folder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Critical Fix #1: Quaternion to Yaw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ISSUE: All boxes had yaw = 3.1416 (wrong!)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ROOT CAUSE: Quaternion component order was backwards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Original formula assumed: q0, q1, q2, q3 = qw, qx, qy, qz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Actual data: qx, qy, qz, qw (OpenLABEL standard)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SOLUTION: Corrected formula to: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yaw = atan2(2*(qw*qz + qx*qy), 1 - 2*(qy² + qz²))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VERIFICATION: After fix, yaw range -3.13 to 3.14 with 242 unique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Critical Fix #2: Intensity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ISSUE: Intensity values ranged 0.0078 to 13.7 (not [0,1]!)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ROOT CAUSE: Division by 255 instead of 65535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Ouster LiDAR provides 16-bit intensity (max=65535)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Code was dividing by 8-bit max (255) → wrong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SOLUTION: Changed to divide by 65535.0 and clip to [0,1]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VERIFICATION: After fix, intensity range 0.00003 to 0.0534 (normalized)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Critical Fix #3: Class Type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ISSUE: Uncertain whether class is at obj.type or object_data.type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SOLUTION: Added robust fallback extraction: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src_type = obj_data.get('type') or obj.get('type') or ''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VERIFICATION: Tested against real A9 JSON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object_data.type is correct (contains class name)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obj.type is None (fallback not needed for A9)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Forward-compatible with OpenLABEL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PointPillars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File: pointpillars/dataset/kitti.py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CLASSES (4-way):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Car → 0, Truck → 1, Pedestrian → 2, Bicycle → 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POINT RANGE (stride-aligned):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[-50, -50, -8, 49.84, 49.84, 5]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(prevents fractional voxel grid issues)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SAMPLE GROUPS (data augmentation):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Car:15, Truck:8, Pedestrian:10, Bicycle:10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Anchor Configuration (Model)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File: pointpillars/model/pointpillars.py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ANCHOR RANGES (4 per class):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Truck (largest), Car, Pedestrian, Bicycle (smallest)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ANCHOR SIZES (LWH):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Truck: [1.6, 3.9, 1.56]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Car: [0.6, 0.8, 1.73]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Pedestrian: [0.6, 1.76, 1.73]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Bicycle: [0.6, 1.76, 1.73]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Converter Script 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  <a:latin typeface="Courier New"/>
              </a:defRPr>
            </a:pPr>
            <a:r>
              <a:t>File: /workspaces/3D-LiDAR-Detection/convert_a9_to_pointpillars.py</a:t>
            </a:r>
            <a:br/>
            <a:br/>
            <a:r>
              <a:t>Key Functions:</a:t>
            </a:r>
            <a:br/>
            <a:r>
              <a:t>  • quaternion_to_yaw(qx, qy, qz, qw) - Rotation conversion</a:t>
            </a:r>
            <a:br/>
            <a:r>
              <a:t>  • _normalize_intensity(intensity) - Intensity to [0,1]</a:t>
            </a:r>
            <a:br/>
            <a:r>
              <a:t>  • read_pcd_xyzi(pcd_path) - PCD file parsing</a:t>
            </a:r>
            <a:br/>
            <a:r>
              <a:t>  • parse_openlabel_to_kitti_lines(label_path) - JSON→KITTI conversion</a:t>
            </a:r>
            <a:br/>
            <a:r>
              <a:t>  • main() - Orchestrates full conversion</a:t>
            </a:r>
            <a:br/>
            <a:br/>
            <a:r>
              <a:t>All fixes implemented &amp; tested against real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Step 1: Run Conversion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  <a:latin typeface="Courier New"/>
              </a:defRPr>
            </a:pPr>
            <a:r>
              <a:t># Convert A9 to KITTI format</a:t>
            </a:r>
            <a:br/>
            <a:r>
              <a:t>cd /workspaces/3D-LiDAR-Detection</a:t>
            </a:r>
            <a:br/>
            <a:r>
              <a:t>python convert_a9_to_pointpillars.py \</a:t>
            </a:r>
            <a:br/>
            <a:r>
              <a:t>  --input_dir a9_dataset_r02_s01 \</a:t>
            </a:r>
            <a:br/>
            <a:r>
              <a:t>  --output_dir kitti_format \</a:t>
            </a:r>
            <a:br/>
            <a:r>
              <a:t>  --lidar_folder_name s110_lidar_ouster_south</a:t>
            </a:r>
            <a:br/>
            <a:br/>
            <a:r>
              <a:t>Output: 282 frames → 225 train, 57 val splits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Step 2: Preprocess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  <a:latin typeface="Courier New"/>
              </a:defRPr>
            </a:pPr>
            <a:r>
              <a:t># Build KITTI info &amp; database files</a:t>
            </a:r>
            <a:br/>
            <a:r>
              <a:t>cd /workspaces/3D-LiDAR-Detection/PointPillars</a:t>
            </a:r>
            <a:br/>
            <a:r>
              <a:t>python pre_process_kitti.py \</a:t>
            </a:r>
            <a:br/>
            <a:r>
              <a:t>  --data_root /workspaces/3D-LiDAR-Detection/kitti_format \</a:t>
            </a:r>
            <a:br/>
            <a:r>
              <a:t>  --lidar_only</a:t>
            </a:r>
            <a:br/>
            <a:br/>
            <a:r>
              <a:t>This creates:</a:t>
            </a:r>
            <a:br/>
            <a:r>
              <a:t>  • kitti_format/kitti_infos_train.pkl</a:t>
            </a:r>
            <a:br/>
            <a:r>
              <a:t>  • kitti_format/kitti_infos_val.pkl</a:t>
            </a:r>
            <a:br/>
            <a:r>
              <a:t>  • kitti_gt_database/ (3918 augmentation samples)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Step 3: Launch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  <a:latin typeface="Courier New"/>
              </a:defRPr>
            </a:pPr>
            <a:r>
              <a:t># Train PointPillars on A9 data</a:t>
            </a:r>
            <a:br/>
            <a:r>
              <a:t>cd /workspaces/3D-LiDAR-Detection/PointPillars</a:t>
            </a:r>
            <a:br/>
            <a:r>
              <a:t>python train.py \</a:t>
            </a:r>
            <a:br/>
            <a:r>
              <a:t>  --data_root /workspaces/3D-LiDAR-Detection/kitti_format \</a:t>
            </a:r>
            <a:br/>
            <a:r>
              <a:t>  --saved_path checkpoints/a9_run1 \</a:t>
            </a:r>
            <a:br/>
            <a:r>
              <a:t>  --batch_size 2 \</a:t>
            </a:r>
            <a:br/>
            <a:r>
              <a:t>  --max_epoch 80 \</a:t>
            </a:r>
            <a:br/>
            <a:r>
              <a:t>  --no_cuda</a:t>
            </a:r>
            <a:br/>
            <a:br/>
            <a:r>
              <a:t>Monitoring:</a:t>
            </a:r>
            <a:br/>
            <a:r>
              <a:t>  tail -f checkpoints/a9_run1/train_log.txt</a:t>
            </a:r>
            <a:br/>
            <a:r>
              <a:t>  ps -ef | grep train.py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Yaw Distribution: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Before fix: ALL values = 3.1416 (π radians / 180°)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After fix: Range -3.1287 to 3.1370, 242 unique values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Intensity Range: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Before fix: 0.0078 to 13.7 (not normalized)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After fix: 0.000031 to 0.0534 in [0,1]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Forward Pass: Successful batch validation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Why Point Range [-50,-50,-8,49.84,49.84,5]?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Stride Alignment: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Voxel size: 0.16 units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Width/Height: 100 units → 625 voxels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With stride-1 backbone: 312 pillars (625/2 rounded)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49.84 ensures: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Fractional voxels avoided (perfect alignment)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Prevents feature map shape mismatches in neck 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Original [-50,50,50] caused shape error at concat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Fractional pillars → incompatible feature dims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Training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Dataset Size: 225 training frames (small dataset)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Expected mAP after 80 epochs: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Car class: 20-40%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Truck class: 15-35%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Pedestrian: 10-20%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Bicycle: 5-15%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Timeline: ~24-36 hours on CPU (batch_size=2)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Monitor: Loss should decrease in first 5 epochs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Recovery Guide: Step 1 - Convert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If repo is damaged/reset: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Verify source data exists: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ls a9_dataset_r02_s01/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Run conversion script: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python convert_a9_to_pointpillars.py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--input_dir a9_dataset_r02_s01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--output_dir kitti_format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--lidar_folder_name s110_lidar_ouster_south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Check output exists: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ls -la kitti_format/velodyne/ | head -20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Recovery Guide: Step 2 - Preprocess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Go to PointPillars directory: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cd PointPillars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5. Activate venv: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source venv/bin/activate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6. Run preprocessing: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python pre_process_kitti.py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--data_root ../kitti_format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--lidar_only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7. Verify artifacts (should take ~2 min):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ls -lh ../kitti_format/*.pkl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Recovery Guide: Step 3 - 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8. Start training: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python train.py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--data_root ../kitti_format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--saved_path checkpoints/a9_run1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--batch_size 2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--max_epoch 80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--no_cuda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9. Monitor in another terminal: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tail -f checkpoints/a9_run1/train_log.txt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10. Training will run in background. Check CPU usage: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top -p $(pgrep -f train.py | head -1)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Critical Files (Backup These)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Source Data (IRREPLACEABLE):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a9_dataset_r02_s01/ (original frames &amp; labels)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Conversion Script: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convert_a9_to_pointpillars.py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KITTI Converted Data: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kitti_format/velodyne/*.bin (point clouds)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kitti_format/label_2/*.txt (labels)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kitti_format/calib/*.txt (calibration)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kitti_format/ImageSets/train.txt, val.txt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Preprocessing Artifacts: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kitti_format/*.pkl (fast reloading)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• kitti_gt_database/ (augmentation samples)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Problem: 'No valid boxes' warning during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→ Point range [-50,-50,-8,49.84,49.84,5] excludes boxes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→ Verify labels with: grep -c . kitti_format/label_2/*.txt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Problem: Loss stays flat or NaN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→ Check if dataset has points outside range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→ Run: python -c "import pickle; d=pickle.load(open('kitti_infos_train.pkl','rb')); print(len(d))"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Problem: Memory error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→ Reduce batch_size to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→ Increase num_workers to 0 in train.py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Quick Reference: Key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  <a:latin typeface="Courier New"/>
              </a:defRPr>
            </a:pPr>
            <a:r>
              <a:t>Source Dataset:</a:t>
            </a:r>
            <a:br/>
            <a:r>
              <a:t>  a9_dataset_r02_s01/</a:t>
            </a:r>
            <a:br/>
            <a:br/>
            <a:r>
              <a:t>Converted Data:</a:t>
            </a:r>
            <a:br/>
            <a:r>
              <a:t>  kitti_format/velodyne/*.bin (282 files)</a:t>
            </a:r>
            <a:br/>
            <a:r>
              <a:t>  kitti_format/label_2/*.txt (282 files)</a:t>
            </a:r>
            <a:br/>
            <a:r>
              <a:t>  </a:t>
            </a:r>
            <a:br/>
            <a:r>
              <a:t>Preprocessing:</a:t>
            </a:r>
            <a:br/>
            <a:r>
              <a:t>  kitti_format/kitti_infos_train.pkl</a:t>
            </a:r>
            <a:br/>
            <a:r>
              <a:t>  kitti_format/kitti_infos_val.pkl</a:t>
            </a:r>
            <a:br/>
            <a:r>
              <a:t>  kitti_gt_database/ (3918 samples)</a:t>
            </a:r>
            <a:br/>
            <a:br/>
            <a:r>
              <a:t>Training:</a:t>
            </a:r>
            <a:br/>
            <a:r>
              <a:t>  PointPillars/checkpoints/a9_run1/</a:t>
            </a:r>
            <a:br/>
            <a:r>
              <a:t>  PointPillars/checkpoints/a9_run1/train_log.txt</a:t>
            </a:r>
            <a:br/>
            <a:r>
              <a:t>  PointPillars/checkpoints/a9_run1/epoch_*.pth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Mathematical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  <a:latin typeface="Courier New"/>
              </a:defRPr>
            </a:pPr>
            <a:r>
              <a:t>QUATERNION TO YAW (OpenLABEL format):</a:t>
            </a:r>
            <a:br/>
            <a:r>
              <a:t>  Input: qx, qy, qz, qw (from JSON object_data)</a:t>
            </a:r>
            <a:br/>
            <a:r>
              <a:t>  Formula: yaw = atan2(2*(qw*qz + qx*qy), 1 - 2*(qy² + qz²))</a:t>
            </a:r>
            <a:br/>
            <a:r>
              <a:t>  Range: [-π, π] radians</a:t>
            </a:r>
            <a:br/>
            <a:br/>
            <a:r>
              <a:t>INTENSITY NORMALIZATION (Ouster 16-bit):</a:t>
            </a:r>
            <a:br/>
            <a:r>
              <a:t>  Input: raw_intensity (0 to 65535)</a:t>
            </a:r>
            <a:br/>
            <a:r>
              <a:t>  Process: normalized = clip(raw_intensity / 65535.0, 0, 1)</a:t>
            </a:r>
            <a:br/>
            <a:r>
              <a:t>  Output: float in [0, 1]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Files Modified in PointPillars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pointpillars/dataset/kitti.py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CLASSES dict (4-way), point_range_filter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pointpillars/model/pointpillars.py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nclasses=4, point_cloud_range, ranges/sizes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pointpillars/dataset/data_aug.py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Guard against empty sampled_cls_list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pre_process_kitti.py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Added --lidar_only flag, skips image_2 check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5. train.py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Default nclasses=4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9552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Conversion: COMPLETE (282→225 train, 57 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Math validation: COMPLETE (quaternion, intensity, paths verified)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Configuration: COMPLETE (4-class, correct range, anchors)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Preprocessing: COMPLETE (all .pkl &amp; database built)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One-batch validation: COMPLETE (forward pass works)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Training: IN PROGRESS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Expected completion: ~24-36 hours on CPU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⏳ Next: Monitor loss convergence after epoch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